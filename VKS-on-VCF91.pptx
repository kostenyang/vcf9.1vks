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VKS on VCF 9.1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vSphere Kubernetes Service 端到端自動化
VMware Cloud Foundation 9.1 (rtolab)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1206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✅  2026-06-08 實機跑通  •  Path A (DTGW+VNA)  •  v1.34.2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目標：四種方法起 VKS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UI（畫面）— vCenter Activate Supervisor wizard + Namespace + VKS cluster，7 步，逐步截圖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API（raw REST / curl）— vCenter /api、NSX /policy/api/v1、Supervisor kube API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Python — requests 打 REST，step1~4 腳本，lab.py 共用設定，支援環境變數覆寫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PowerShell — PowerCLI + REST，Step0~4.ps1，-DryRun 支援，生產可直接跑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兩條網路路線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870960" cy="71845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A — DTGW + VNA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Edge + Centralized TGW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Transit GW 跑在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815737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ESXi host（Distributed）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Edge VM（Centralized）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需要 NSX Edge cluster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534194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❌ 不需要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需要（2× MEDIUM edge VM）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Stateful 服務（SNAT/LB）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3252651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VNA cluster（9.1 新功能）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node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Lab 現狀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971108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預設 DTGW，只缺 VNA → ✅ 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cluster 未部 → 待辦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部署成本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4689565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1 個 VNA cluster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edge cluster + 改 TGW span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本次實測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5408022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端到端成功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—（lab edge 未部，未測）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Lab NSX 實況（2026-06-08）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版本：9.1.0.0.25318225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vCenter：192.168.114.11 (kosten-vcf91-vc.rtolab.local)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Manager VIP：192.168.114.13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TGW：存在，ClusterBasedSpan = DTGW，transit subnet 100.64.0.0/21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VPC Connectivity Profile：存在，指向 default DTGW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Edge cluster：0 個（inventory 規劃 vcf-m02-edge-cl01 未部）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VNA cluster：0 個（feature 在，未部署）→ Path A 需先部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IP 規劃（rtolab 192.168.114.0/24）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387096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05840"/>
            <a:ext cx="3870960" cy="54864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IP / CIDR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05840"/>
            <a:ext cx="3870960" cy="54864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備註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544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CP VMs (5 IPs)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55448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192.168.114.101–105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5544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031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mgmt 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10312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192.168.114.254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1031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6517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External IP Block (LB/SNAT)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265176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192.168.114.128/26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26517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/26 邊界對齊！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004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Private TGW IP Block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20040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172.30.0.0/16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2004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/16 硬規定；避開 VCFA 172.27/16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74904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Service CIDR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374904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374904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ClusterIP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2976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Pod CIDR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429768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100.96.0.0/11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42976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避開 192.168.114.0/24 管理網段！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8463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Service CIDR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45280" y="484632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9100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6240" y="48463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196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per-cluster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3949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API Server (Supervisor)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45280" y="539496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9100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16240" y="53949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6196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9436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CP 外部 IP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45280" y="594360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9100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16240" y="59436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6196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執行流程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0  common/Step0-Check-Prereqs.ps1  — 前置條件確認（兩路線都先跑）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1  path-a-dtgw/Step1-Setup-DTGW.ps1  — NSX IP blocks + VPC Connectivity Profile + VNA cluster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2  common/Step2-Enable-Supervisor.ps1  — 啟用 Supervisor（VPC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3  common/Step3-New-Namespace.ps1  — 建 namespace（storage policy + access）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4  common/Step4-New-VksCluster.ps1  — 建 VKS guest cluster（Cluster CR via kube API）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          → kubeconfig 輸出，給 automation 直接用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1264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所有 Step*.ps1 支援 -DryRun（印 payload 不送出）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前置設定：IP Address Blocks</a:t>
            </a:r>
          </a:p>
        </p:txBody>
      </p:sp>
      <p:pic>
        <p:nvPicPr>
          <p:cNvPr id="6" name="Picture 5" descr="40-nsx-ip-bloc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Block（SNAT/LB 來源）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/26 邊界對齊！(.128,.192,.0)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Block（VKS 必要）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/16 硬規定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(系統預設 default--kube-s...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172.28.0.0/16 勿動)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前置設定：VPC Connectivity Profile</a:t>
            </a:r>
          </a:p>
        </p:txBody>
      </p:sp>
      <p:pic>
        <p:nvPicPr>
          <p:cNvPr id="6" name="Picture 5" descr="41-nsx-vpc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vcf-m02-vks-vpc-profile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Transit Gateway: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Default Transit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(DTGW / distributed)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External IP Blocks: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vcf-m02-vks-ext-ipblock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Private TGW IP Blocks: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vcf-m02-vks-priv-tgw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Status: Success 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管理網路（Management Network）</a:t>
            </a:r>
          </a:p>
        </p:txBody>
      </p:sp>
      <p:pic>
        <p:nvPicPr>
          <p:cNvPr id="6" name="Picture 5" descr="43-vc-sup-configure-network-mgm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 Assignment Mode: Static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36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Network: vcf-m02-cl01-vds01-pg-mgmt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Starting IP: 192.168.114.101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3113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(5 IPs → .101 ~ .105)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78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Subnet Mask: 255.255.255.0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Gateway: 192.168.114.254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735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DNS: 192.168.114.200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210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 Domain: rtolab.local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684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NTP: 192.168.114.200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工作負載網路（Workload Networks）</a:t>
            </a:r>
          </a:p>
        </p:txBody>
      </p:sp>
      <p:pic>
        <p:nvPicPr>
          <p:cNvPr id="6" name="Picture 5" descr="43b-vc-sup-configure-network-work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NSX Project: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VPC Connectivity Profile: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vcf-m02-vks-vpc-profile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IP Blocks: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12.5%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IP Blocks: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0.02%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儲存設定（Storage）</a:t>
            </a:r>
          </a:p>
        </p:txBody>
      </p:sp>
      <p:pic>
        <p:nvPicPr>
          <p:cNvPr id="6" name="Picture 5" descr="44-vc-sup-configure-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Control Plane Nodes: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Management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Policy - Single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(FTT=0, nested OK)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Ephemeral Disks: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Image Cache: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生產環境建議用 FTT=1+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(此為 lab single-node)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運行狀態</a:t>
            </a:r>
          </a:p>
        </p:txBody>
      </p:sp>
      <p:pic>
        <p:nvPicPr>
          <p:cNvPr id="6" name="Picture 5" descr="30-superviso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必備：兩個 Content Library</a:t>
            </a:r>
          </a:p>
        </p:txBody>
      </p:sp>
      <p:pic>
        <p:nvPicPr>
          <p:cNvPr id="6" name="Picture 5" descr="34-content-library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005840"/>
            <a:ext cx="41148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tkg-content-library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Supervisor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922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.../supervisor/v1/latest/lib.json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939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957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tkg-tkr-library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97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TKG node image (Photon 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.../v2/latest/lib.json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300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7.69 GB / 123 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027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9044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少了 tkr-library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062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tkr-resolver 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507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"Could not resolve KR/OSImage"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8097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cluster 建不起來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Namespace vks-automation</a:t>
            </a:r>
          </a:p>
        </p:txBody>
      </p:sp>
      <p:pic>
        <p:nvPicPr>
          <p:cNvPr id="6" name="Picture 5" descr="33-namespace-vks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029200"/>
          </a:xfrm>
          <a:prstGeom prst="rect">
            <a:avLst/>
          </a:prstGeom>
        </p:spPr>
      </p:pic>
      <p:pic>
        <p:nvPicPr>
          <p:cNvPr id="7" name="Picture 6" descr="32-namespaces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VKS Cluster 建立完成</a:t>
            </a:r>
          </a:p>
        </p:txBody>
      </p:sp>
      <p:pic>
        <p:nvPicPr>
          <p:cNvPr id="6" name="Picture 5" descr="37-vks-cluste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0EA"/>
                </a:solidFill>
              </a:rPr>
              <a:t>vks-auto-01  •  Available = True  •  v1.34.2+vmware.2  •  CP 192.168.114.135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CP + Worker VM 狀態</a:t>
            </a:r>
          </a:p>
        </p:txBody>
      </p:sp>
      <p:pic>
        <p:nvPicPr>
          <p:cNvPr id="6" name="Picture 5" descr="36-vks-cluster-v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CP: vks-auto-01-7f6ms-fmgz9  •  Worker: vks-auto-01-node-pool-1-5cjwv-...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踩坑必修正（否則建不起來）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Pod CIDR 不能用預設 192.168.0.0/16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與管理網段 192.168.114.0/24 重疊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kubeadm init 後 Antrea overlay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劫持 DNS / Registry 流量 → CP never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改用 100.96.0.0/11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MachineHealthCheck timeout 太短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預設 nodeStartupTimeout = 3600s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nested-on-nested 啟動 &gt;60min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MHC 提早 remediate → 砍 CP → 死循環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topology.controlPlane.healthCheck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 .checks.nodeStartupTimeoutSeconds: 14400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① Pod CIDR 衝突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② MachineHealthCheck Timeout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SNAT 驗證通過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實測：cluster 建立過程 NSX SNAT session 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bytes out：99,960 packets / 144 MB（拉 container image）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751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source：192.168.114.128/26 external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225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VNA cluster 負責 SNAT/LB（Path A DTGW 路線）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00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kubectl get nodes 輸出：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vks-auto-01-7f6ms-fmgz9       Ready   control-plane   v1.34.2+vmware.2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1246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vks-auto-01-node-pool-1-...   Ready   &lt;none&gt;          v1.34.2+vmware.2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599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Container runtime：containerd 2.1.5-fips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OS：Photon OS (Linux)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Python 方法（開發用）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安裝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7675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pip install -r requirements.txt   # requests, PyYAML,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13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設定（或 export VC=... VCPASS=... NSXPASS=...）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0370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python/lab.py  — 共用連線設定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4602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1 — NSX IP blocks + VPC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3065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 --dry-run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729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1528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2 — 啟用 Supervisor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9991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step2_enable_supervisor.py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4223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454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3 — 建 namespace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step3_new_namespace.py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6918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1149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4 — 建 VKS cluster (kubectl 或 kubernetes 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5381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kubectl-vsphere login --server=192.168.114.132 -u administrator@vsphere.local --insecure-skip-tls-verify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9612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3844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 --client   # 純 python-kubernetes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PowerShell &amp; API 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4864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85216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PowerShell（common/ + path-a-dtgw/）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Step0-Check-Prereqs.ps1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 \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   -DryRun    # 先 dry-run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Step2-Enable-Supervisor.ps1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2841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Step3-New-Namespace.ps1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2102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Step4-New-VksCluster.ps1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PowerCLI cmdlet 路線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9884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Enable-WMCluster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9145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New-WMNamespace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28016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API（curl / 語言無關）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57276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186537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認證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5798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SID=$(curl -u admin:pass -X 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45059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https://vc/api/session)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743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03580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NSX IP blocks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32841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PATCH https://nsx/policy/api/v1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6210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/infra/ip-blocks/vcf-m02-vks-ext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2062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啟用 Supervisor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9884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POST https://vc/api/vcenter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79145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/namespace-management/supervisors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08406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7667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VKS cluster (Cluster CR)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6928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kubectl apply -f common/vks-cluster.yaml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VKS on VCF 9.1 — 端到端自動化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1148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GitHub Repo：github.com/kostenyang/vcf9.1vks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50799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README.md  →  四種方法、IP 規劃、執行流程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901184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research/05-test-execution.md  →  踩坑與修正完整紀錄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294376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python/  →  Step1~4 Python 腳本（requests + kubernetes client）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687568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common/vks-cluster.yaml  →  ClusterClass CR（含 Pod CIDR + MHC 修正）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0807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screenshots/  →  32 張實機截圖（含 NSX + Supervisor Configure 前置設定）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