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5544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FFFFFF"/>
                </a:solidFill>
              </a:rPr>
              <a:t>vDefend SSP 5.1.2  —  Installer 部署 (rtolab)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404040"/>
                </a:solidFill>
              </a:rPr>
              <a:t>kosten-ssp.rtolab.local @ 192.168.114.66   ·  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564"/>
                </a:solidFill>
              </a:rPr>
              <a:t>部署狀態</a:t>
            </a:r>
          </a:p>
          <a:p>
            <a:r>
              <a:rPr sz="1400">
                <a:solidFill>
                  <a:srgbClr val="404040"/>
                </a:solidFill>
              </a:rPr>
              <a:t>Installer appliance 已上線，UI HTTP 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Appliance: ssp-installer  ·  4 vCPU / 6 GB / 396 GB  ·  1 NIC  ·  pg114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IP: 192.168.114.66   FQDN: kosten-ssp.rtolab.local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</a:rPr>
              <a:t>UI: https://kosten-ssp.rtolab.local/  →  HTTP 200  (✓ ready)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帳號 (sysadmin / admin / audit / GRUB) = VMware1!VMware1!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DNS: kosten-ssp A + PTR @ .66 已建；self-signed cert (CN=FQDN，無 SAN) 已匯入信任 root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B74E00"/>
                </a:solidFill>
              </a:rPr>
              <a:t>cert thumbprint 4006F091…115D；無 SAN → Chrome 仍報 ERR_CERT_COMMON_NAME_INVALID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B74E00"/>
                </a:solidFill>
              </a:rPr>
              <a:t>⚠ IP 歷程: 原本配 .55，但 .55 落在舊 521 保留段 (.50-.58, kosten-vcf521-sddc)；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B74E00"/>
                </a:solidFill>
              </a:rPr>
              <a:t>改配 .66 — DNS 反解全表 + lab-info/inventory + ping 三方確認乾淨。521 記錄未動。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564"/>
                </a:solidFill>
              </a:rPr>
              <a:t>Console — firstboot</a:t>
            </a:r>
          </a:p>
          <a:p>
            <a:r>
              <a:rPr sz="1400">
                <a:solidFill>
                  <a:srgbClr val="404040"/>
                </a:solidFill>
              </a:rPr>
              <a:t>cloud-init 完成；SSP 服務 secop / depot / registry 啟動；sspi-custom.target reached</a:t>
            </a:r>
          </a:p>
        </p:txBody>
      </p:sp>
      <p:pic>
        <p:nvPicPr>
          <p:cNvPr id="3" name="Picture 2" descr="ssp-installer_20260617-1104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554480"/>
            <a:ext cx="10241280" cy="61447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564"/>
                </a:solidFill>
              </a:rPr>
              <a:t>SSP Installer UI — 實機截圖</a:t>
            </a:r>
          </a:p>
          <a:p>
            <a:r>
              <a:rPr sz="1400">
                <a:solidFill>
                  <a:srgbClr val="404040"/>
                </a:solidFill>
              </a:rPr>
              <a:t>https://kosten-ssp.rtolab.local/  登入頁 + 已登入 (admin / ENTERPRISE_ADMIN)</a:t>
            </a:r>
          </a:p>
        </p:txBody>
      </p:sp>
      <p:pic>
        <p:nvPicPr>
          <p:cNvPr id="3" name="Picture 2" descr="ssp-ui-login_202606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" y="1600200"/>
            <a:ext cx="5532120" cy="3644881"/>
          </a:xfrm>
          <a:prstGeom prst="rect">
            <a:avLst/>
          </a:prstGeom>
        </p:spPr>
      </p:pic>
      <p:pic>
        <p:nvPicPr>
          <p:cNvPr id="4" name="Picture 3" descr="ssp-ui-welcome_202606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7" y="1600200"/>
            <a:ext cx="5532120" cy="3164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427" y="5440680"/>
            <a:ext cx="5532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04040"/>
                </a:solidFill>
              </a:rPr>
              <a:t>login.html — VMware vDefend SSP Installer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0147" y="5440680"/>
            <a:ext cx="5532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404040"/>
                </a:solidFill>
              </a:rPr>
              <a:t>已登入 welcome — License Hub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B74E00"/>
                </a:solidFill>
              </a:rPr>
              <a:t>cert 為 self-signed 且無 SAN → Chrome 直連會 ERR_CERT_COMMON_NAME_INVALID；截圖用 headless Chrome (--ignore-certificate-errors + host-resolver MAP→.66) 渲染實機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564"/>
                </a:solidFill>
              </a:rPr>
              <a:t>License Hub 上傳 — LICENSE bundle  ✓ READY</a:t>
            </a:r>
          </a:p>
          <a:p>
            <a:r>
              <a:rPr sz="1400">
                <a:solidFill>
                  <a:srgbClr val="404040"/>
                </a:solidFill>
              </a:rPr>
              <a:t>4.46 GB tar 經 depot REST API server-side pull 註冊完成 (免瀏覽器，繞過 cert 牆)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564"/>
                </a:solidFill>
              </a:rPr>
              <a:t>depot REST 流程 (envoy:443，全程 -SkipCertificateCheck，無瀏覽器)：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POST /sspi/iam/login → 200，取 cookie + x-xsrf-token (寫操作必帶 X-XSRF-Token，否則 401)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GET /sspi/depot/health → 204 (depot healthy)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POST /sspi/bundles/remote?type=LICENSE  body {url: http://172.16.10.32:8000/License-Hub-…tar}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→ 202；appliance server-side pull (urllib3, Range resume)，4.46 GB，無 client buffering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poll GET /sspi/bundles/{id}：IN_PROGRESS 38→70→87% → READY 100% [OK]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564"/>
                </a:solidFill>
              </a:rPr>
              <a:t>depot 現況 (GET /sspi/bundles, total=2)：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404040"/>
                </a:solidFill>
              </a:rPr>
              <a:t>INSTALLER  VMware-SSPI-bundle-5.1.2.0.0.25420504  ·  IN_USE  ·  2.10 GB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LICENSE    License-Hub-5.1.2.0.0.25400319        ·  READY   ·  4.46 GB   ← 本次上傳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564"/>
                </a:solidFill>
              </a:rPr>
              <a:t>下一步 — Platform stand-up (pending)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7D32"/>
                </a:solidFill>
              </a:rPr>
              <a:t>✓ License Hub (LICENSE bundle) 已上傳 depot — READY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跑 platform 安裝 wizard (depot 已備 INSTALLER + LICENSE bundle)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整合 VCF 9.1 NSX @ 192.168.114.13 (作為 SSP target)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B74E00"/>
                </a:solidFill>
              </a:rPr>
              <a:t>platform node IP: 三方確認後從乾淨区塊選 (DNS+lab-info+ping)；.55-.59 是 521 保留不可用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564"/>
                </a:solidFill>
              </a:rPr>
              <a:t>driver: installer REST API (/sspi/* + X-XSRF-Token) 全程可自動化、免瀏覽器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B74E00"/>
                </a:solidFill>
              </a:rPr>
              <a:t>若要 platform wizard 的 UI 截圖，才需手動放行一次 self-signed cert (RTO LAB Chrome)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